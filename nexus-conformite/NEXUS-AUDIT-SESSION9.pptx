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CONFORMITE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Intermediaire Reglementaire TPE/PME France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REPRISE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— Etat complet du projet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4E8"/>
                </a:solidFill>
              </a:rPr>
              <a:t>Date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1er Avril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3832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4E8"/>
                </a:solidFill>
              </a:rPr>
              <a:t>Sessions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 sessions realisees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8328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4564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4E8"/>
                </a:solidFill>
              </a:rPr>
              <a:t>Porteur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Dow Poncelet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M12 : 12 300 - 23 500 EUR/mois | Fenetre de tir critique : maintenant -&gt; 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GLOBAL — Session 9, 1er Avril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31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N8N (9 WF)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221284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31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FONCT. LOCAL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51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N8N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21284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31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HTML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13308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51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71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329184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Prod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0" y="413308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151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834640"/>
            <a:ext cx="2743200" cy="54864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71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621792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+ Contenu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413308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EF4FB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151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sessions completees du 27 au 30 mars 2026 | Duree totale estimee : ~18h de travail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DES 9 WORKFLOWS N8N — Instance locale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local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/ Note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18872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 Hebdo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118872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18872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expire 28/04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39319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020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160020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Legislative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60020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60020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teste E2E 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01168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01168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Hebdo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201168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 RETESTER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01168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patche, non reteste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8595360" cy="39319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42316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42316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Revenus Stripe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242316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42316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secret a conf. prod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3464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283464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Annuaire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283464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283464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SMTP 535 (continueOnFail)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46120"/>
            <a:ext cx="8595360" cy="39319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4612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24612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Leads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3360" y="324612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324612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SMTP 535 (continueOnFail)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65760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" y="365760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Gumroad J+7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23360" y="365760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365760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 secret a configurer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069080"/>
            <a:ext cx="8595360" cy="39319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06908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406908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Hebdo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23360" y="406908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 RETESTER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52160" y="406908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'chat not found'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48056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480560"/>
            <a:ext cx="822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" y="448056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B2B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023360" y="448056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 RETESTER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52160" y="4480560"/>
            <a:ext cx="3017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patche + Brevo SMTP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 VERTS — 3/9 A RETESTER — 0/9 BLOQUANTS — 2 workflows bonus (WF-10/11) non encore importes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CRITIQUES — A traiter en PRIORITE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749808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05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Regenerer cle SMTP Brevo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Bloque tous les emails (WF-05/06/07/09)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624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app.brevo.com -&gt; Settings -&gt; SMTP &amp; API -&gt; Creer 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91640"/>
            <a:ext cx="502920" cy="749808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373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7282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Stripe webhook secret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99339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WF-04 non fonctionnel en production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18541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dashboard.stripe.com -&gt; Developers -&gt; Webhooks -&gt; Add endpoint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14600"/>
            <a:ext cx="502920" cy="749808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5511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Gumroad webhook secret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8163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WF-07 livraison automatique bloquee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0083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app.gumroad.com -&gt; Settings -&gt; Advanced -&gt; Webhooks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37560"/>
            <a:ext cx="502920" cy="749808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83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3741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/start au bot Telegram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6393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WF-08 alertes ne peuvent pas envoyer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83133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Telegram -&gt; @nexus_conformite_bot -&gt; /start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60520"/>
            <a:ext cx="502920" cy="749808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062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41970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Renouveler API Key N8N avant 28/04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46227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WF-01 backup hebdo arretera le 28/04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6542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N8N local -&gt; Settings -&gt; n8n API -&gt; Create API Key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DEPLOIEMENT PRODUCTION — Session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166420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domaine + VPS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nexusconformite.fr (4.99 EUR/an)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 VPS Starter (5.99 EUR/mois)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804672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804672"/>
            <a:ext cx="16642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8046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29968" y="13258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Deploy N8N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192024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zones DNS OVH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deploy-n8n-vps.sh -&gt; N8N prod HTTPS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9896" y="804672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804672"/>
            <a:ext cx="1664208" cy="457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8046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85616" y="13258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+ Import WF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85616" y="192024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Gumroad webhooks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9+2 workflows prod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5544" y="804672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5544" y="804672"/>
            <a:ext cx="1664208" cy="45720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8046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41264" y="13258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installe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41264" y="192024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: Yoast SEO, Elementor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legales publiees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51192" y="804672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1192" y="804672"/>
            <a:ext cx="1664208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8046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96912" y="13258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revenus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192024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Axonaut affiliation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RGPD Gumroad publie (97 EUR)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2103120"/>
            <a:ext cx="228600" cy="274320"/>
          </a:xfrm>
          <a:prstGeom prst="rightArrow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0168" y="2103120"/>
            <a:ext cx="228600" cy="274320"/>
          </a:xfrm>
          <a:prstGeom prst="rightArrow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85816" y="2103120"/>
            <a:ext cx="228600" cy="274320"/>
          </a:xfrm>
          <a:prstGeom prst="rightArrow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41464" y="2103120"/>
            <a:ext cx="228600" cy="274320"/>
          </a:xfrm>
          <a:prstGeom prst="rightArrow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total infrastructure : ~11 EUR/mois (domaine + VPS) | Script deploy-n8n-vps.sh PRET | Duree estimee session 9 : 4-5h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PRODUCTION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3017520" cy="4114800"/>
          </a:xfrm>
          <a:prstGeom prst="roundRect">
            <a:avLst>
              <a:gd name="adj" fmla="val 2424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(VPS)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WF-01 Backup Auto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00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WF-02 Veille Legis.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WF-03 Newsletter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WF-04 Alertes Stripe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WF-05 Onboarding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WF-06 Leads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WF-07 Gumroad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856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WF-08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WF-09 Cold 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8229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(VPS)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 SEO (10 articles)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Annuaire prestataires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de vente Kit RGPD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 legales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2461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externes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Brevo SMTP (emails)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23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Beehiiv (newsletter)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Gumroad (vente digitale)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572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(abonnements)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8229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1325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2.0 Flash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(GRATUIT 1500 req/j)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Haiku (backup)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Sheets (CRM)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1A3D6F"/>
          </a:solidFill>
          <a:ln w="12700">
            <a:solidFill>
              <a:srgbClr val="2D6A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&amp; Analytics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3291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Telegram Bot (alertes)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Looker Studio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GA4 + MS Clarity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NEXUS-KPI-DASHBOARD.xlsx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800600"/>
            <a:ext cx="8595360" cy="274320"/>
          </a:xfrm>
          <a:prstGeom prst="roundRect">
            <a:avLst>
              <a:gd name="adj" fmla="val 13333"/>
            </a:avLst>
          </a:prstGeom>
          <a:solidFill>
            <a:srgbClr val="0D2D5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total demarrage : 12-15 EUR/mois | A maturite : 40-45 EUR/mois | Objectif M12 : 12 300 - 23 500 EUR/mois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QUALITE — Bilan DevSecOps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dans le code (gitleaks)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1704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1704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commites — .gitleaks.toml presente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276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Basic Auth active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627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6276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dans .env non commite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securise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0848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0848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commit initial propre, audit DevSecOps realise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859536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42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SMTP credential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5420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5420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 Auth Failed — cle a regenerer URGENT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992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N8N (WF-01)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29992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9992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le 28/04/2026 — a renouveler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56432"/>
            <a:ext cx="859536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56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SSL/HTTPS production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34564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N/A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4564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inclus dans deploy-n8n-vps.sh (non deploye)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136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secrets (Stripe/Gumroad)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913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9136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configures — a faire avant mise en prod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708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hardcodees N8N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3708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437083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plan : $env non supporte — risque si export partage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 — 2 WARN — 2 FAIL — 1 N/A | Niveau de risque actuel : MOYEN (blocage emails, pas encore en prod)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De maintenant a M6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640080"/>
          </a:xfrm>
          <a:prstGeom prst="rect">
            <a:avLst/>
          </a:prstGeom>
          <a:solidFill>
            <a:srgbClr val="721C24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(Aujourd'hui)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SMTP regenerer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5798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domaine + VPS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N8N prod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2841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install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136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Legaux finalises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82296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822960"/>
            <a:ext cx="2011680" cy="640080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822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(Avril)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42032" y="1572768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157276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Axonaut affiliation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2157984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15798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RGPD Gumroad (97 EUR)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42032" y="2743200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274320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articles SEO facto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42032" y="3328416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332841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1ere newsletter Beehiiv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42032" y="3913632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39136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B2B lance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26864" y="82296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822960"/>
            <a:ext cx="2011680" cy="64008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822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18304" y="1572768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157276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prestataires WP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18304" y="2157984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215798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SEO NIS2 (#5-7)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18304" y="2743200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74320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annuaire premiers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18304" y="3328416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32841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CRM actif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18304" y="3913632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39136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abonnements open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03136" y="82296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03136" y="822960"/>
            <a:ext cx="2011680" cy="64008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822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(Juin-Sept)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94576" y="1572768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157276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Webinaire Systeme.io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94576" y="2157984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0296" y="215798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Premium Stripe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94576" y="2743200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0296" y="274320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abonnes newsletter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94576" y="3328416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0296" y="332841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NIS2 PME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94576" y="3913632"/>
            <a:ext cx="1828800" cy="512064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39136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2000+ EUR/mois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4800600"/>
            <a:ext cx="8595360" cy="27432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premiers revenus des M1 | Objectif M6 : 2 000+ EUR/mois | Objectif M12 : 12 300 - 23 500 EUR/mois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CLES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NEXUS-PROJECT.md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verite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12471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1247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jour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stack, workflows, projections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SESSION-LOG.md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1521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sessions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112471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1247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jour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S1-S9, blockers, decisions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0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nexusconformite-landing.html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2037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217627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17627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1506 lignes, UX 2026, 8 sections responsive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20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NEXUS-N8N/workflows/ (9 WF)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2037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N8N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217627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17627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Partiels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Reconcilier avec wf-*.json racine (plus recents)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deploy-n8n-vps.sh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2552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deploy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322783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22783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Nginx + SSL sur Ubuntu 22.04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NEXUS-Legal/ (3 docx)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32552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legaux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69480" y="322783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22783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Placeholders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[NOM], [SIRET], [ADRESSE] avant prod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23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SEO-PLAN-10-ARTICLES.md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43068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contenu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4640" y="427939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427939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Planifie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articles longue traine M1-M3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9776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023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NEXUS-N8N/.env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43068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69480" y="4279392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EF4FB"/>
          </a:solidFill>
          <a:ln w="12700">
            <a:solidFill>
              <a:srgbClr val="721C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427939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Sensible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commiter — regenerer Brevo SMTP key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DE L'AUDIT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est PRETE. Il ne manque que le deploiement.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 workflows codes, importes, actives et majoritairement fonctionnels en local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Stack complete a 0 cout variable — Gemini Flash gratuit remplace Anthropic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437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Landing page, docs legaux, templates email, script deploy TOUS prets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32841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ACTION #1 : Regenerer cle Brevo SMTP + Acheter nexusconformite.fr MAINTENANT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813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ACTION #2 : Lancer deploy-n8n-vps.sh -&gt; site en production dans la journee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Fenetre de tir : septembre 2026 — facturation electronique obligatoire TPE/PME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complet : NEXUS-AUDIT-SESSION9.docx | Source de verite : NEXUS-PROJECT.md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CONFORMITE — Audit Session 9</dc:title>
  <dc:subject>PptxGenJS Presentation</dc:subject>
  <dc:creator>Dow Poncelet</dc:creator>
  <cp:lastModifiedBy>Dow Poncelet</cp:lastModifiedBy>
  <cp:revision>1</cp:revision>
  <dcterms:created xsi:type="dcterms:W3CDTF">2026-04-01T06:59:12Z</dcterms:created>
  <dcterms:modified xsi:type="dcterms:W3CDTF">2026-04-01T06:59:12Z</dcterms:modified>
</cp:coreProperties>
</file>