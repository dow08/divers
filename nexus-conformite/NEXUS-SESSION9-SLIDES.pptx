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CONFORMITÉ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#9 — Consolidation &amp; Déploiement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01 Avril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5"/>
                </a:solidFill>
              </a:rPr>
              <a:t>Domaine acheté • Infrastructure Hostinger • Workflows vérifiés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nexusconformite.fr acheté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basculée vers Hostinger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workflows vérifiés, aucun doublon JSON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documents maîtres créés (PROJECT, CHECKLIST, LOG)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blocages critiques identifiés &amp; documentés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de Session 9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PROJECT.md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unique de vérité • Architecture • 9 workflows • Credentials • 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MASTER-CHECKLIST.md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7 phases • 25-35h déploiement • Tâches atomiques • Critères de succès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CONSOLIDATION-SUMMARY.md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documentaire • Archive documents obsolètes • Structure clarifiée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SESSION-LOG.md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d'audit • Historique S1-S9 • Décisions techniques • Blockers résolus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Actuelle (01/04/2026)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Acheté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nexusconformite.fr (~5€/an)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Confirmée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Hostinger VPS Ubuntu 22.04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N8N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Vérifiés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 présents, aucun doublon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Partiels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 config, 3 en attente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Consolidée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Exécution: 7 Phases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Blocages Critiques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99032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99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Hostinger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1444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37944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37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88366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N8N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18836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76856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32257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des Workflows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32257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15768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15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614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Revenus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27614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200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&amp; SEO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3200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93592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6+7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6393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Lancement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3639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25-35 heures jusqu'à lancement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Blocages Critiques (Phase 0)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 SMTP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 Auth Failed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496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WF-05,06,07,09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Secret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secret manquant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WF-04,05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Gumroad Secret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secret manquant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Légales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 à remplir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API Key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 28/04/2026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Tous résolubles en 1-2 heures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Scalabilité &amp; Prochaines Étapes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 (M2-M3)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Résoudre Phase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Déploiement Hostinger (Phases 1-3)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Ajouter WF-10, WF-11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Implémenter CRM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 (M6+)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N8N Cloud (less ops)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Paiement récurrent Stripe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API publique partenaires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Autres régulations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&amp; 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Startup: 15€/mois | M12: 40-45€/mois | Revenue M1: 1,200-1,800€ | M12: 12,300-23,500€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projet fragmenté à structure exécutable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9 workflows vérifiés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C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 documents maîtres consolidés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C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Roadmap 7 phases complète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C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Blocages Phase 0 documentés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C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Prêt pour déploiement Hostinger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CONFORMITÉ — Session 9</dc:title>
  <dc:subject>PptxGenJS Presentation</dc:subject>
  <dc:creator>Claude (AI Assistant)</dc:creator>
  <cp:lastModifiedBy>Claude (AI Assistant)</cp:lastModifiedBy>
  <cp:revision>1</cp:revision>
  <dcterms:created xsi:type="dcterms:W3CDTF">2026-04-01T07:37:36Z</dcterms:created>
  <dcterms:modified xsi:type="dcterms:W3CDTF">2026-04-01T07:37:36Z</dcterms:modified>
</cp:coreProperties>
</file>