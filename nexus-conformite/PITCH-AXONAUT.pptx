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de Partenariat Affiliation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Conformité × Axonaut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RGPD pour PME françaises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sommes-nous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Conformité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conformité digitale pour PME France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RGPD — 79€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NIS2 — 129€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Facturation — 49€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 hebdomadaire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Comparateur 8 outils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PME 50-250 salariés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3474720" cy="1005840"/>
          </a:xfrm>
          <a:prstGeom prst="rect">
            <a:avLst/>
          </a:prstGeom>
          <a:solidFill>
            <a:srgbClr val="2E75B6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212080" y="1508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212080" y="1920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Abonnés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2560320"/>
            <a:ext cx="3474720" cy="1005840"/>
          </a:xfrm>
          <a:prstGeom prst="rect">
            <a:avLst/>
          </a:prstGeom>
          <a:solidFill>
            <a:srgbClr val="2E75B6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1208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212080" y="3108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 vendus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3749040"/>
            <a:ext cx="3474720" cy="1005840"/>
          </a:xfrm>
          <a:prstGeom prst="rect">
            <a:avLst/>
          </a:prstGeom>
          <a:solidFill>
            <a:srgbClr val="2E75B6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12080" y="3886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212080" y="4297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ouverture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Axonaut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73152" cy="4572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Alignement Stratégique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79552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Axonaut = solution #1 RH + Paie + RGPD pour PME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Synergy: nos clients cherchent conformité → besoin logiciel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funnel: kit RGPD → recommandation Axonaut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Partenariat win-win pour croissance mutuelle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Audience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Abonnés newsletter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(objectif Y1)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097280"/>
            <a:ext cx="265176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66160" y="1234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700+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66160" y="1783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Acheteurs de kits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(leads qualifiés)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097280"/>
            <a:ext cx="265176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234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92240" y="1783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ouverture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 20% industrie)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Secteurs ciblés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3108960"/>
            <a:ext cx="7955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Professionnels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 &amp; Software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&amp; Commerce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— Projections Pluriannuelles</a:t>
            </a:r>
            <a:endParaRPr lang="en-US" sz="4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56032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828800"/>
                <a:gridCol w="228600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Année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Année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× 40% = 20 clients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1800€/an/client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36 000€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Année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clients cumulés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1800€/an/client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108 000€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Année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clients cumulés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1800€/an/client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216 000€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3 ans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9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360 000€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3 ans : </a:t>
            </a:r>
            <a:pPr algn="ctr" indent="0" marL="0">
              <a:buNone/>
            </a:pPr>
            <a:r>
              <a:rPr lang="en-US" sz="14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360k€ </a:t>
            </a:r>
            <a:pPr algn="ctr" indent="0" marL="0">
              <a:buNone/>
            </a:pPr>
            <a:r>
              <a:rPr lang="en-US" sz="14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commissions récurrentes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ça Marche — Architecture Technique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73152" cy="4572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79552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affilié unique avec cookie 90 jours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UTM par canal (newsletter, blog, comparateur)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mensuel transparent via dashboard partagé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de leads depuis site Nexus vers Axonaut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visite Nexus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80160" y="3611880"/>
            <a:ext cx="365760" cy="274320"/>
          </a:xfrm>
          <a:prstGeom prst="rightArrow">
            <a:avLst/>
          </a:prstGeom>
          <a:solidFill>
            <a:srgbClr val="FF9800"/>
          </a:solidFill>
          <a:ln/>
        </p:spPr>
      </p:sp>
      <p:sp>
        <p:nvSpPr>
          <p:cNvPr id="11" name="Shape 9"/>
          <p:cNvSpPr/>
          <p:nvPr/>
        </p:nvSpPr>
        <p:spPr>
          <a:xfrm>
            <a:off x="2651760" y="3474720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377440" y="402336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kit RGPD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3611880"/>
            <a:ext cx="365760" cy="274320"/>
          </a:xfrm>
          <a:prstGeom prst="rightArrow">
            <a:avLst/>
          </a:prstGeom>
          <a:solidFill>
            <a:srgbClr val="FF9800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0" y="3474720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297680" y="402336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Axonaut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0" y="3611880"/>
            <a:ext cx="365760" cy="274320"/>
          </a:xfrm>
          <a:prstGeom prst="rightArrow">
            <a:avLst/>
          </a:prstGeom>
          <a:solidFill>
            <a:srgbClr val="FF98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3474720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17920" y="402336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&amp; commission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Proposées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Récurrente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31920" y="1097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(vs 25% standard)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8229600" cy="7772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65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Exclusivité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0" y="1965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conformité RGPD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8229600" cy="7772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34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Tarifs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3192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dynamique sur Nexus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8229600" cy="7772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03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Co-Marketing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0" y="3703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SEO mutuel mensuel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pour Axonaut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73152" cy="4572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Bénéfices Directs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79552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canal distribution → PME compliance-first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pré-éduqués = meilleure rétention &amp; LTV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mutuel (mots-clés RGPD + paie) → trafic organique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credibility via partnership conformité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Partenariat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" cy="548640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technique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399032"/>
            <a:ext cx="7315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Liens affiliés, tracking, dashboard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548640" cy="548640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M2-M3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Premiers contenus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267712"/>
            <a:ext cx="7315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co-brandés, webinaire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548640" cy="548640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M4+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2834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136392"/>
            <a:ext cx="7315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testing, refinement conversions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548640" cy="548640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703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3703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Expansion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4005072"/>
            <a:ext cx="7315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ROI, plan Y2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conditions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21031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technique (1 semaine)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28346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article co-brandé (2 semaines)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0" y="3566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partenariat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286000" y="4297680"/>
            <a:ext cx="4572000" cy="54864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0" y="42976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Parlons-en ensemble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Proposition de Partenariat Affiliation — Nexus Conformité × Axonaut</dc:title>
  <dc:subject>PptxGenJS Presentation</dc:subject>
  <dc:creator>Nexus Conformité</dc:creator>
  <cp:lastModifiedBy>Nexus Conformité</cp:lastModifiedBy>
  <cp:revision>1</cp:revision>
  <dcterms:created xsi:type="dcterms:W3CDTF">2026-03-31T19:52:01Z</dcterms:created>
  <dcterms:modified xsi:type="dcterms:W3CDTF">2026-03-31T19:52:01Z</dcterms:modified>
</cp:coreProperties>
</file>